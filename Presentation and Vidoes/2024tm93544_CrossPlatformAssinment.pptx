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652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91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54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4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2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62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663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17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91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775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w42DsUcX9o" TargetMode="External"/><Relationship Id="rId2" Type="http://schemas.openxmlformats.org/officeDocument/2006/relationships/hyperlink" Target="https://github.com/2024tm93593/cross-platform-assignment-1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file/d/1gD0afWdR7FXSpji2VlypGc0IbQ6cDWNB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233A3C-1D23-4FB7-4B27-04B4EACF94C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493541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chemeClr val="bg1"/>
                </a:solidFill>
                <a:latin typeface="Calibri"/>
              </a:rPr>
              <a:t>Task Manager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5858" y="330231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chemeClr val="bg1"/>
                </a:solidFill>
                <a:latin typeface="Calibri"/>
              </a:rPr>
              <a:t>A Flutter-Based CRUD Application Using Back4App (BaaS)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5858" y="3959349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chemeClr val="bg1"/>
                </a:solidFill>
                <a:latin typeface="Calibri"/>
              </a:rPr>
              <a:t>Mobile Application Development 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858" y="4310167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chemeClr val="bg1"/>
                </a:solidFill>
                <a:latin typeface="Calibri"/>
              </a:rPr>
              <a:t>Flutter   |   Dart   |   Back4App   |   Parse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chemeClr val="bg1"/>
                </a:solidFill>
                <a:latin typeface="Calibri"/>
              </a:rPr>
              <a:t>Submitted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7492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latin typeface="Calibri"/>
              </a:rPr>
              <a:t>P Naveen Prabhath </a:t>
            </a:r>
            <a:r>
              <a:rPr sz="1400" b="1" i="0" dirty="0">
                <a:solidFill>
                  <a:schemeClr val="bg1"/>
                </a:solidFill>
                <a:latin typeface="Calibri"/>
              </a:rPr>
              <a:t>|  </a:t>
            </a:r>
            <a:r>
              <a:rPr lang="en-IN" sz="1400" b="1" i="0" dirty="0">
                <a:solidFill>
                  <a:schemeClr val="bg1"/>
                </a:solidFill>
                <a:latin typeface="Calibri"/>
              </a:rPr>
              <a:t>2024tm93544</a:t>
            </a:r>
            <a:r>
              <a:rPr sz="1400" b="1" i="0" dirty="0">
                <a:solidFill>
                  <a:schemeClr val="bg1"/>
                </a:solidFill>
                <a:latin typeface="Calibri"/>
              </a:rPr>
              <a:t>|  </a:t>
            </a:r>
            <a:r>
              <a:rPr lang="en-IN" sz="1400" b="1" dirty="0">
                <a:solidFill>
                  <a:schemeClr val="bg1"/>
                </a:solidFill>
              </a:rPr>
              <a:t>2024tm93544@wilp.bits-pilani.ac.in</a:t>
            </a:r>
            <a:endParaRPr sz="14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2881E3-1AEC-54E9-CE0A-301140E60E40}"/>
              </a:ext>
            </a:extLst>
          </p:cNvPr>
          <p:cNvSpPr txBox="1"/>
          <p:nvPr/>
        </p:nvSpPr>
        <p:spPr>
          <a:xfrm>
            <a:off x="457200" y="1716167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solidFill>
                  <a:schemeClr val="bg1"/>
                </a:solidFill>
                <a:latin typeface="Calibri"/>
              </a:rPr>
              <a:t>Cross Platform Assignment - 1</a:t>
            </a:r>
            <a:endParaRPr sz="3600" b="1" i="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What this application does and why it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About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841248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This project is a Task Manager application developed using Flutter as the frontend framework and Back4App as the cloud backend. It allows users to register with their college email, log in, and manage a personal list of tasks. All data is stored and retrieved from Back4App without writing any server-side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0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97D"/>
                </a:solidFill>
                <a:latin typeface="Calibri"/>
              </a:rPr>
              <a:t>Core Capabilities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91840"/>
            <a:ext cx="841248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3456432"/>
            <a:ext cx="164592" cy="1645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419856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Users register and log in using their student email address.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164592" cy="1645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4078224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Tasks can be created with a title, description, and a priority level.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73168"/>
            <a:ext cx="164592" cy="1645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73659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Every change is immediately saved to the Back4App cloud database.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431536"/>
            <a:ext cx="164592" cy="1645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53949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Users can edit or delete tasks, and can log out to end their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Tools and frameworks used to build this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4114800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5361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Flutter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92024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Frontend framework by Google used to build the Android UI and all application screens.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4114800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9472" y="15361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192024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Programming language used for all business logic, screen navigation, and API calls.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063240"/>
            <a:ext cx="4114800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Back4App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61188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Hosted Parse Server used as the backend. Handles database, authentication, and sessions.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06324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4880" y="3063240"/>
            <a:ext cx="4114800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9472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parse_server_sdk_flutter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61188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Official Dart package used to connect Flutter to Back4App for all operations.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754880"/>
            <a:ext cx="4114800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4919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Android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53035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Provides the Android SDK and emulator used to build and test the application.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475488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54880" y="4754880"/>
            <a:ext cx="4114800" cy="5486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19472" y="4919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GitHub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530352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Version control platform used to host the source code and README for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Application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Step-by-step user journey through the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73152" cy="1463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361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1. App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Checks for an existing session token. If valid, user goes directly to task list.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73152" cy="1463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83480" y="153619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2.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93852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New user enters name, email, and password. Account is created in Back4App.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063240"/>
            <a:ext cx="73152" cy="1463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3.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3016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User enters email and password. Back4App returns a session token.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06324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4880" y="3063240"/>
            <a:ext cx="73152" cy="1463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4. View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63016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Home screen fetches all tasks for the logged-in user from the cloud database.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754880"/>
            <a:ext cx="73152" cy="1463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919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5. CRUD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2180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User can create, edit, complete, or delete tasks. Each action syncs with Back4App.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4754880"/>
            <a:ext cx="4114800" cy="146304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54880" y="4754880"/>
            <a:ext cx="73152" cy="1463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4919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97D"/>
                </a:solidFill>
                <a:latin typeface="Calibri"/>
              </a:rPr>
              <a:t>6. Logout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5321808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Session is invalidated on the server. User is returned to the login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CRUD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How each database operation is implemented using Parse SDK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005840" cy="1097280"/>
          </a:xfrm>
          <a:prstGeom prst="rect">
            <a:avLst/>
          </a:prstGeom>
          <a:solidFill>
            <a:srgbClr val="1F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6733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CREATE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325880"/>
            <a:ext cx="7589520" cy="109728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80160" y="1325880"/>
            <a:ext cx="7589520" cy="45720"/>
          </a:xfrm>
          <a:prstGeom prst="rect">
            <a:avLst/>
          </a:prstGeom>
          <a:solidFill>
            <a:srgbClr val="1F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1581912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User fills in the task form. A ParseObject is created with the user pointer and ACL set, then saved to Back4App using parseObj.save().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1005840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299923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2651760"/>
            <a:ext cx="7589520" cy="109728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0160" y="2651760"/>
            <a:ext cx="7589520" cy="45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907791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On screen load, a QueryBuilder filters tasks by the user pointer stored on each Task object. Results are sorted by creation 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77639"/>
            <a:ext cx="1005840" cy="1097280"/>
          </a:xfrm>
          <a:prstGeom prst="rect">
            <a:avLst/>
          </a:prstGeom>
          <a:solidFill>
            <a:srgbClr val="7B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432511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3977639"/>
            <a:ext cx="7589520" cy="109728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80160" y="3977639"/>
            <a:ext cx="7589520" cy="45720"/>
          </a:xfrm>
          <a:prstGeom prst="rect">
            <a:avLst/>
          </a:prstGeom>
          <a:solidFill>
            <a:srgbClr val="7B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4233672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The existing objectId is kept when editing. Calling save() with a known objectId updates the record rather than creating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303520"/>
            <a:ext cx="1005840" cy="10972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565099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5303520"/>
            <a:ext cx="7589520" cy="109728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80160" y="5303520"/>
            <a:ext cx="758952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63040" y="5559552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User swipes the task card left and confirms. A ParseObject is built from the objectId alone and delete() is called to remove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User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How registration, login, and logout work through Back4App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74320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53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Registration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2743200" cy="470916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User enters name, college email, and password.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ParseUser.signUp() is called to create the account.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77639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Back4App stores the password securely using bcrypt hashing.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80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937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On success, user is redirected to the login screen.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280160"/>
            <a:ext cx="274320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1353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783080"/>
            <a:ext cx="2743200" cy="470916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83280" y="1965960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1920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User enters registered email and password.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971800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ParseUser.login() sends credentials to Back4App.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977639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39319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 session token is returned and stored locally by the SDK.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983480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11880" y="4937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On next app launch, the token is read to skip login.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280160"/>
            <a:ext cx="274320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13533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Logout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783080"/>
            <a:ext cx="2743200" cy="4709160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1965960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1920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User taps logout and confirms in the dialog.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971800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9260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ParseUser.logout() is called to end the session.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977639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39319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Session token is invalidated on the Back4App server.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983480"/>
            <a:ext cx="128016" cy="12801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37960" y="4937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User is sent back to the login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Challenges and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4F0"/>
                </a:solidFill>
                <a:latin typeface="Calibri"/>
              </a:rPr>
              <a:t>Issues faced during development and what was learned from solving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Challenges Faced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19072"/>
            <a:ext cx="411480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4114800" cy="1261872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ACL Setup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749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ParseUser.forQuery() was used instead of the actual current user for ACL. This caused every save to fail. Fixed by fetching the real user and passing it to the ACL constructor.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91839"/>
            <a:ext cx="4114800" cy="1261872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38327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Invalid Task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3749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whereEqualTo on the ACL field is not supported by Parse. Tasks were not loading at all. Fixed by storing a user pointer on each task and querying by that pointer.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709160"/>
            <a:ext cx="4114800" cy="1261872"/>
          </a:xfrm>
          <a:prstGeom prst="rect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Class 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3749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The Task class was locked by default in Back4App. Write operations were denied until CLP was updated to allow authenticated users.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3258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Key Learnings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719072"/>
            <a:ext cx="411480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4880" y="1920240"/>
            <a:ext cx="146304" cy="1463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188366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How to connect Flutter to a cloud BaaS using the Parse SDK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834640"/>
            <a:ext cx="146304" cy="1463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79806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How ACL and CLP work together to control data access in Parse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749039"/>
            <a:ext cx="146304" cy="1463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0" y="371246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The importance of storing a user pointer to query per-user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4663440"/>
            <a:ext cx="146304" cy="1463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462686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How session tokens are managed automatically by the Parse SDK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5577840"/>
            <a:ext cx="146304" cy="1463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5541264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How to debug network-layer issues by checking Back4App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9144000" cy="2286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" y="4663440"/>
            <a:ext cx="9144000" cy="2194560"/>
          </a:xfrm>
          <a:prstGeom prst="rect">
            <a:avLst/>
          </a:prstGeom>
          <a:solidFill>
            <a:srgbClr val="173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170432"/>
            <a:ext cx="3657600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4F0"/>
                </a:solidFill>
                <a:latin typeface="Calibri"/>
              </a:rPr>
              <a:t>This project showed how a complete mobile application with cloud storage and user authentication can be built using Flutter and Back4App without any custom server code. All four CRUD operations were implemented and tested on a physical Android device.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3840480" cy="658368"/>
          </a:xfrm>
          <a:prstGeom prst="rect">
            <a:avLst/>
          </a:prstGeom>
          <a:solidFill>
            <a:srgbClr val="173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6609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Authentication via Back4App ParseUser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514600"/>
            <a:ext cx="3840480" cy="658368"/>
          </a:xfrm>
          <a:prstGeom prst="rect">
            <a:avLst/>
          </a:prstGeom>
          <a:solidFill>
            <a:srgbClr val="173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26609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Full CRUD working with cloud sync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3840480" cy="658368"/>
          </a:xfrm>
          <a:prstGeom prst="rect">
            <a:avLst/>
          </a:prstGeom>
          <a:solidFill>
            <a:srgbClr val="173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48386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ACL-based per-user data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337560"/>
            <a:ext cx="3840480" cy="658368"/>
          </a:xfrm>
          <a:prstGeom prst="rect">
            <a:avLst/>
          </a:prstGeom>
          <a:solidFill>
            <a:srgbClr val="173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348386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Tested on OnePlus 12R (Android 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D6E4F0"/>
                </a:solidFill>
                <a:latin typeface="Calibri"/>
              </a:rPr>
              <a:t>GitHub Repository:  </a:t>
            </a:r>
            <a:r>
              <a:rPr lang="en-IN" sz="1200">
                <a:hlinkClick r:id="rId2"/>
              </a:rPr>
              <a:t>2024tm93593/cross-platform-assignment-1</a:t>
            </a:r>
            <a:endParaRPr sz="1200" b="0" i="0" dirty="0">
              <a:solidFill>
                <a:srgbClr val="D6E4F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5230368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D6E4F0"/>
                </a:solidFill>
                <a:latin typeface="Calibri"/>
              </a:rPr>
              <a:t>YouTube Demo:</a:t>
            </a:r>
            <a:endParaRPr lang="en-US" sz="1200" b="0" i="0" dirty="0">
              <a:solidFill>
                <a:srgbClr val="D6E4F0"/>
              </a:solidFill>
              <a:latin typeface="Calibri"/>
            </a:endParaRPr>
          </a:p>
          <a:p>
            <a:pPr algn="ctr"/>
            <a:r>
              <a:rPr sz="1200" b="0" i="0" dirty="0">
                <a:solidFill>
                  <a:schemeClr val="bg1"/>
                </a:solidFill>
                <a:latin typeface="Calibri"/>
              </a:rPr>
              <a:t>  </a:t>
            </a:r>
            <a:r>
              <a:rPr lang="en-IN" sz="1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https://youtu.be/Qw42DsUcX9o</a:t>
            </a:r>
            <a:r>
              <a:rPr lang="en-IN" sz="1200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IN" sz="1200" dirty="0">
                <a:solidFill>
                  <a:schemeClr val="bg1"/>
                </a:solidFill>
              </a:rPr>
              <a:t>  (if cannot view due </a:t>
            </a:r>
            <a:r>
              <a:rPr lang="en-IN" sz="1200" dirty="0" err="1">
                <a:solidFill>
                  <a:schemeClr val="bg1"/>
                </a:solidFill>
              </a:rPr>
              <a:t>youtube</a:t>
            </a:r>
            <a:r>
              <a:rPr lang="en-IN" sz="1200" dirty="0">
                <a:solidFill>
                  <a:schemeClr val="bg1"/>
                </a:solidFill>
              </a:rPr>
              <a:t> video blocks) </a:t>
            </a:r>
          </a:p>
          <a:p>
            <a:pPr algn="ctr"/>
            <a:r>
              <a:rPr lang="en-IN" sz="1200" dirty="0">
                <a:solidFill>
                  <a:srgbClr val="D6E4F0"/>
                </a:solidFill>
              </a:rPr>
              <a:t>Or</a:t>
            </a:r>
          </a:p>
          <a:p>
            <a:pPr algn="ctr"/>
            <a:r>
              <a:rPr lang="en-IN" sz="1200" dirty="0">
                <a:solidFill>
                  <a:srgbClr val="D6E4F0"/>
                </a:solidFill>
              </a:rPr>
              <a:t> </a:t>
            </a:r>
            <a:r>
              <a:rPr lang="en-IN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https://drive.google.com/file/d/1gD0afWdR7FXSpji2VlypGc0IbQ6cDWNB/view?usp=sharing</a:t>
            </a:r>
            <a:r>
              <a:rPr lang="en-IN" sz="1200" dirty="0">
                <a:solidFill>
                  <a:schemeClr val="bg1"/>
                </a:solidFill>
              </a:rPr>
              <a:t>  </a:t>
            </a:r>
            <a:endParaRPr sz="12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43200" y="6127266"/>
            <a:ext cx="3657600" cy="457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17755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75</TotalTime>
  <Words>941</Words>
  <Application>Microsoft Office PowerPoint</Application>
  <PresentationFormat>On-screen Show (4:3)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P.Naveen Prabhath</cp:lastModifiedBy>
  <cp:revision>6</cp:revision>
  <dcterms:created xsi:type="dcterms:W3CDTF">2013-01-27T09:14:16Z</dcterms:created>
  <dcterms:modified xsi:type="dcterms:W3CDTF">2026-05-02T18:19:21Z</dcterms:modified>
  <cp:category/>
</cp:coreProperties>
</file>